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37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60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184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80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88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5780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3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676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181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25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4212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85182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4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6732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</a:rPr>
              <a:t>Elections DApp (בחירות)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</a:rPr>
              <a:t>פרויקט סיום קורס – ברירת מחדל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2044461"/>
            <a:ext cx="10972800" cy="2165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2200" dirty="0"/>
              <a:t>מגישים:</a:t>
            </a:r>
          </a:p>
          <a:p>
            <a:pPr marL="0" indent="0" algn="ctr" rtl="1">
              <a:buNone/>
            </a:pPr>
            <a:r>
              <a:rPr lang="he-IL" sz="2200" dirty="0"/>
              <a:t> מולי פרידמן 213731888</a:t>
            </a:r>
          </a:p>
          <a:p>
            <a:pPr marL="0" indent="0" algn="ctr" rtl="1">
              <a:buNone/>
            </a:pPr>
            <a:r>
              <a:rPr lang="he-IL" sz="2200" dirty="0"/>
              <a:t>יצחק כורדי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</a:rPr>
              <a:t>דרישות שמולאו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73865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 err="1"/>
              <a:t>GUIאדמין</a:t>
            </a:r>
            <a:r>
              <a:rPr lang="en-US" sz="1800" dirty="0"/>
              <a:t>: הוספת מועמדים, קביעת Root מרקל, קביעת חלון זמן, קביעת Reward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800" dirty="0" err="1"/>
              <a:t>ספר</a:t>
            </a:r>
            <a:r>
              <a:rPr lang="en-US" sz="1800" dirty="0"/>
              <a:t> בוחרים בעץ מרקל בתוך החוזה (voterMerkleRoot + MerkleProof.verify)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28117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800" dirty="0" err="1"/>
              <a:t>טיימר</a:t>
            </a:r>
            <a:r>
              <a:rPr lang="en-US" sz="1800" dirty="0"/>
              <a:t>/חלון </a:t>
            </a:r>
            <a:r>
              <a:rPr lang="en-US" sz="1800" dirty="0" err="1"/>
              <a:t>זמן</a:t>
            </a:r>
            <a:r>
              <a:rPr lang="en-US" sz="1800" dirty="0"/>
              <a:t> </a:t>
            </a:r>
            <a:r>
              <a:rPr lang="en-US" sz="1800" dirty="0" err="1"/>
              <a:t>להצבעה</a:t>
            </a:r>
            <a:r>
              <a:rPr lang="en-US" sz="1800" dirty="0"/>
              <a:t>– </a:t>
            </a:r>
            <a:r>
              <a:rPr lang="en-US" sz="1800" dirty="0" err="1"/>
              <a:t>הצבעה</a:t>
            </a:r>
            <a:r>
              <a:rPr lang="en-US" sz="1800" dirty="0"/>
              <a:t> </a:t>
            </a:r>
            <a:r>
              <a:rPr lang="en-US" sz="1800" dirty="0" err="1"/>
              <a:t>רק</a:t>
            </a:r>
            <a:r>
              <a:rPr lang="en-US" sz="1800" dirty="0"/>
              <a:t> בזמן המוגדר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800" dirty="0" err="1"/>
              <a:t>בסיום</a:t>
            </a:r>
            <a:r>
              <a:rPr lang="en-US" sz="1800" dirty="0"/>
              <a:t>: תוצאות </a:t>
            </a:r>
            <a:r>
              <a:rPr lang="en-US" sz="1800" dirty="0" err="1"/>
              <a:t>מדורגות</a:t>
            </a:r>
            <a:r>
              <a:rPr lang="en-US" sz="1800" dirty="0"/>
              <a:t> </a:t>
            </a:r>
            <a:r>
              <a:rPr lang="he-IL" dirty="0"/>
              <a:t>ו-</a:t>
            </a:r>
            <a:r>
              <a:rPr lang="en-US" sz="1800" dirty="0"/>
              <a:t>Winner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800" dirty="0" err="1"/>
              <a:t>תגמול</a:t>
            </a:r>
            <a:r>
              <a:rPr lang="en-US" sz="1800" dirty="0"/>
              <a:t> ERC20 (BAL): Claim לאחר סוף חלון ההצבעה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</a:rPr>
              <a:t>Known Bugs / הערות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29117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dirty="0"/>
              <a:t>• אנונימיות השאלון היא </a:t>
            </a:r>
            <a:r>
              <a:rPr lang="en-US" sz="1800" dirty="0" err="1"/>
              <a:t>ברמת</a:t>
            </a:r>
            <a:r>
              <a:rPr lang="en-US" sz="1800" dirty="0"/>
              <a:t> UX בלבד: הבחירה מחושבת בצד הלקוח, אך בבלוקצ'יין אפשר </a:t>
            </a:r>
            <a:r>
              <a:rPr lang="en-US" sz="1800" dirty="0" err="1"/>
              <a:t>להסיק</a:t>
            </a:r>
            <a:r>
              <a:rPr lang="en-US" sz="1800" dirty="0"/>
              <a:t> </a:t>
            </a:r>
            <a:r>
              <a:rPr lang="en-US" sz="1800" dirty="0" err="1"/>
              <a:t>candidateId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3125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dirty="0"/>
              <a:t>• מיון </a:t>
            </a:r>
            <a:r>
              <a:rPr lang="en-US" sz="1800" dirty="0" err="1"/>
              <a:t>תוצאות</a:t>
            </a:r>
            <a:r>
              <a:rPr lang="en-US" sz="1800" dirty="0"/>
              <a:t> </a:t>
            </a:r>
            <a:r>
              <a:rPr lang="en-US" sz="1800" dirty="0" err="1"/>
              <a:t>מתבצעon</a:t>
            </a:r>
            <a:r>
              <a:rPr lang="en-US" sz="1800" dirty="0"/>
              <a:t>-chain</a:t>
            </a:r>
            <a:r>
              <a:rPr lang="he-IL" sz="1800" dirty="0"/>
              <a:t> </a:t>
            </a:r>
            <a:r>
              <a:rPr lang="en-US" sz="1800" dirty="0"/>
              <a:t> באלגוריתם </a:t>
            </a:r>
            <a:r>
              <a:rPr lang="en-US" sz="1800" dirty="0" err="1"/>
              <a:t>פשוט</a:t>
            </a:r>
            <a:r>
              <a:rPr lang="en-US" sz="1800" dirty="0"/>
              <a:t> </a:t>
            </a:r>
            <a:r>
              <a:rPr lang="he-IL" sz="1800" dirty="0"/>
              <a:t>-</a:t>
            </a:r>
            <a:r>
              <a:rPr lang="en-US" sz="1800" dirty="0" err="1"/>
              <a:t>מתאים</a:t>
            </a:r>
            <a:r>
              <a:rPr lang="en-US" sz="1800" dirty="0"/>
              <a:t> למספר </a:t>
            </a:r>
            <a:r>
              <a:rPr lang="en-US" sz="1800" dirty="0" err="1"/>
              <a:t>מועמדים</a:t>
            </a:r>
            <a:r>
              <a:rPr lang="en-US" sz="1800" dirty="0"/>
              <a:t> </a:t>
            </a:r>
            <a:r>
              <a:rPr lang="en-US" sz="1800" dirty="0" err="1"/>
              <a:t>קטן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</a:rPr>
              <a:t>ארכיטקטורה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/>
              <a:t>• Solidity: Election.sol (ניהול בחירות, מרקל, טיימר, תוצאות, Claim)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22631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/>
              <a:t>• Solidity: ElectionToken.sol (ERC20 – BAL, mint ע'י Election)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/>
              <a:t>• Hardhat: פריסה, בדיקות, בניית Merkle (allowlist.json → merkle.json)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32689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/>
              <a:t>• Frontend (Vite+React+ethers): מסך Voter + מסך Admin +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 err="1">
                <a:solidFill>
                  <a:srgbClr val="000000"/>
                </a:solidFill>
              </a:rPr>
              <a:t>התקנ</a:t>
            </a:r>
            <a:r>
              <a:rPr lang="he-IL" sz="3600" b="1" dirty="0">
                <a:solidFill>
                  <a:srgbClr val="000000"/>
                </a:solidFill>
              </a:rPr>
              <a:t>ה(בקצרה)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927141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/>
              <a:t>• Hardhat: npm install → compile → deploy (Sepolia)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235328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/>
              <a:t>• יצירת ספר בוחרים: עריכת allowlist.json → node scripts/buildMerkle.js → root+proofs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287863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/>
              <a:t>• Admin: setMerkleRoot + setVoteWindow + addCandidate + setReward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/>
              <a:t>• Frontend: npm install → עדכון .env (כתובות חוזים) → npm run 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</a:rPr>
              <a:t>Demo – מקצה לקצה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2000" dirty="0"/>
              <a:t> </a:t>
            </a:r>
            <a:r>
              <a:rPr lang="en-US" sz="2000" dirty="0"/>
              <a:t>Admin (1</a:t>
            </a:r>
            <a:r>
              <a:rPr lang="he-IL" sz="2000" dirty="0"/>
              <a:t> מוסיף</a:t>
            </a:r>
            <a:r>
              <a:rPr lang="en-US" sz="2000" dirty="0"/>
              <a:t> 2–3 מועמדים ומגדיר חלון זמן </a:t>
            </a:r>
            <a:r>
              <a:rPr lang="en-US" sz="2000" dirty="0" err="1"/>
              <a:t>עתידי</a:t>
            </a:r>
            <a:r>
              <a:rPr lang="en-US" sz="2000" dirty="0"/>
              <a:t> (Start/End)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/>
              <a:t>(2 בוחר טוען </a:t>
            </a:r>
            <a:r>
              <a:rPr lang="en-US" sz="2000" dirty="0" err="1"/>
              <a:t>merkle.json</a:t>
            </a:r>
            <a:r>
              <a:rPr lang="en-US" sz="2000" dirty="0"/>
              <a:t>,  </a:t>
            </a:r>
            <a:r>
              <a:rPr lang="he-IL" sz="2000" dirty="0"/>
              <a:t> מתחבר </a:t>
            </a:r>
            <a:r>
              <a:rPr lang="en-US" sz="2000" dirty="0" err="1"/>
              <a:t>עם</a:t>
            </a:r>
            <a:r>
              <a:rPr lang="en-US" sz="2000" dirty="0"/>
              <a:t> MetaMask </a:t>
            </a:r>
            <a:r>
              <a:rPr lang="he-IL" sz="2000" dirty="0"/>
              <a:t> </a:t>
            </a:r>
            <a:r>
              <a:rPr lang="en-US" sz="2000" dirty="0" err="1"/>
              <a:t>ומצביע</a:t>
            </a:r>
            <a:r>
              <a:rPr lang="en-US" sz="2000" dirty="0"/>
              <a:t> בזמן.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/>
              <a:t>3</a:t>
            </a:r>
            <a:r>
              <a:rPr lang="he-IL" sz="2000" dirty="0"/>
              <a:t>) אחרי </a:t>
            </a:r>
            <a:r>
              <a:rPr lang="en-US" sz="2000" dirty="0"/>
              <a:t>end</a:t>
            </a:r>
            <a:r>
              <a:rPr lang="he-IL" sz="2000" dirty="0"/>
              <a:t> רואים את התוצאות ב</a:t>
            </a:r>
            <a:r>
              <a:rPr lang="en-US" sz="2000" dirty="0"/>
              <a:t>results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/>
              <a:t>4</a:t>
            </a:r>
            <a:r>
              <a:rPr lang="he-IL" sz="2000" dirty="0"/>
              <a:t>)</a:t>
            </a:r>
            <a:r>
              <a:rPr lang="en-US" sz="2000" dirty="0"/>
              <a:t> </a:t>
            </a:r>
            <a:r>
              <a:rPr lang="en-US" sz="2000" dirty="0" err="1"/>
              <a:t>הבוחר</a:t>
            </a:r>
            <a:r>
              <a:rPr lang="en-US" sz="2000" dirty="0"/>
              <a:t> </a:t>
            </a:r>
            <a:r>
              <a:rPr lang="en-US" sz="2000" dirty="0" err="1"/>
              <a:t>עושהClaim</a:t>
            </a:r>
            <a:r>
              <a:rPr lang="en-US" sz="2000" dirty="0"/>
              <a:t> </a:t>
            </a:r>
            <a:r>
              <a:rPr lang="he-IL" sz="2000" dirty="0"/>
              <a:t> ומקבל</a:t>
            </a:r>
            <a:r>
              <a:rPr lang="en-US" sz="2000" dirty="0"/>
              <a:t> BAL אוטומטית.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37</TotalTime>
  <Words>299</Words>
  <Application>Microsoft Office PowerPoint</Application>
  <PresentationFormat>Widescreen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Corbel</vt:lpstr>
      <vt:lpstr>Wingdings</vt:lpstr>
      <vt:lpstr>Banded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Molly Friedman</cp:lastModifiedBy>
  <cp:revision>4</cp:revision>
  <dcterms:created xsi:type="dcterms:W3CDTF">2026-02-14T11:22:28Z</dcterms:created>
  <dcterms:modified xsi:type="dcterms:W3CDTF">2026-03-02T15:46:01Z</dcterms:modified>
</cp:coreProperties>
</file>